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535400" cy="13696950"/>
  <p:notesSz cx="13696950" cy="16535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535400" cy="13696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2026-06-22T18:29:46Z</dcterms:created>
  <dcterms:modified xsi:type="dcterms:W3CDTF">2026-06-22T18:29:46Z</dcterms:modified>
</cp:coreProperties>
</file>