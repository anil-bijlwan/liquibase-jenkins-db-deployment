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002000" cy="29184600"/>
  <p:notesSz cx="29184600" cy="1600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002000" cy="14592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3250"/>
            <a:ext cx="16002000" cy="14611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2026-06-22T18:30:43Z</dcterms:created>
  <dcterms:modified xsi:type="dcterms:W3CDTF">2026-06-22T18:30:43Z</dcterms:modified>
</cp:coreProperties>
</file>